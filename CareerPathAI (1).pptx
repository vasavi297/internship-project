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Medium"/>
      <p:regular r:id="rId201315"/>
    </p:embeddedFont>
    <p:embeddedFont>
      <p:font typeface="Arimo SemiBold"/>
      <p:regular r:id="rId201316"/>
    </p:embeddedFont>
    <p:embeddedFont>
      <p:font typeface="Arimo Bold"/>
      <p:regular r:id="rId201317"/>
    </p:embeddedFont>
    <p:embeddedFont>
      <p:font typeface="Syne"/>
      <p:regular r:id="rId201318"/>
    </p:embeddedFont>
    <p:embeddedFont>
      <p:font typeface="Syne Medium"/>
      <p:regular r:id="rId201319"/>
    </p:embeddedFont>
    <p:embeddedFont>
      <p:font typeface="Syne SemiBold"/>
      <p:regular r:id="rId201320"/>
    </p:embeddedFont>
    <p:embeddedFont>
      <p:font typeface="Syne Bold"/>
      <p:regular r:id="rId201321"/>
    </p:embeddedFont>
    <p:embeddedFont>
      <p:font typeface="Syne Extra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9.png"/><Relationship Id="rId12" Type="http://schemas.openxmlformats.org/officeDocument/2006/relationships/image" Target="../media/image-9-10.svg"/><Relationship Id="rId13" Type="http://schemas.openxmlformats.org/officeDocument/2006/relationships/image" Target="../media/image-9-9.png"/><Relationship Id="rId14" Type="http://schemas.openxmlformats.org/officeDocument/2006/relationships/image" Target="../media/image-9-10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618927"/>
            <a:ext cx="2383968" cy="268486"/>
          </a:xfrm>
          <a:prstGeom prst="roundRect">
            <a:avLst>
              <a:gd name="adj" fmla="val 7899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5375934" y="671909"/>
            <a:ext cx="278162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APSSDC INTERNSHIP PROJECT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742242" y="618927"/>
            <a:ext cx="1062408" cy="268486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8061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48205" y="671909"/>
            <a:ext cx="146006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AWS CLOUD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69971" y="950020"/>
            <a:ext cx="6223638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CareerPathAI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5269971" y="1704578"/>
            <a:ext cx="6833223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and Development of CareerPath AI Using AWS Cloud Services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269971" y="2191445"/>
            <a:ext cx="6223638" cy="19050"/>
          </a:xfrm>
          <a:prstGeom prst="roundRect">
            <a:avLst>
              <a:gd name="adj" fmla="val 59999"/>
            </a:avLst>
          </a:prstGeom>
          <a:solidFill>
            <a:srgbClr val="D9E1FF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269971" y="2430760"/>
            <a:ext cx="6223638" cy="3808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spcAft>
                <a:spcPts val="1350"/>
              </a:spcAft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Presented by </a:t>
            </a:r>
            <a:endParaRPr lang="en-US" sz="1350" dirty="0"/>
          </a:p>
          <a:p>
            <a:pPr algn="l" indent="0" marL="0">
              <a:lnSpc>
                <a:spcPct val="126000"/>
              </a:lnSpc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Tarun Sri Ram Nambada (23A81A61A8)</a:t>
            </a:r>
            <a:endParaRPr lang="en-US" sz="1350" dirty="0"/>
          </a:p>
          <a:p>
            <a:pPr algn="l" indent="0" marL="0">
              <a:lnSpc>
                <a:spcPct val="126000"/>
              </a:lnSpc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Vasavi Poppoppula (23A81A61B4)</a:t>
            </a:r>
            <a:endParaRPr lang="en-US" sz="1350" dirty="0"/>
          </a:p>
          <a:p>
            <a:pPr algn="l" indent="0" marL="0">
              <a:lnSpc>
                <a:spcPct val="126000"/>
              </a:lnSpc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Hari Venkata Satya Rajesh Desineedi (23A81A6184)</a:t>
            </a:r>
            <a:endParaRPr lang="en-US" sz="1350" dirty="0"/>
          </a:p>
          <a:p>
            <a:pPr algn="l" indent="0" marL="0">
              <a:lnSpc>
                <a:spcPct val="126000"/>
              </a:lnSpc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Hima Sree P (234M1A05B5)</a:t>
            </a:r>
            <a:endParaRPr lang="en-US" sz="1350" dirty="0"/>
          </a:p>
          <a:p>
            <a:pPr algn="l" indent="0" marL="0">
              <a:lnSpc>
                <a:spcPct val="126000"/>
              </a:lnSpc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Haritha Kamisetty (234M1A0568)</a:t>
            </a:r>
            <a:endParaRPr lang="en-US" sz="1350" dirty="0"/>
          </a:p>
          <a:p>
            <a:pPr algn="l" indent="0" marL="0">
              <a:lnSpc>
                <a:spcPct val="126000"/>
              </a:lnSpc>
              <a:spcAft>
                <a:spcPts val="3450"/>
              </a:spcAft>
              <a:buNone/>
            </a:pPr>
            <a:endParaRPr lang="en-US" sz="1350" dirty="0"/>
          </a:p>
          <a:p>
            <a:pPr algn="l" indent="0" marL="0">
              <a:lnSpc>
                <a:spcPct val="126000"/>
              </a:lnSpc>
              <a:spcAft>
                <a:spcPts val="3450"/>
              </a:spcAft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99195"/>
            <a:ext cx="876873" cy="242491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793829" y="747018"/>
            <a:ext cx="129497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8086" y="992684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Agenda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98086" y="1653580"/>
            <a:ext cx="3190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8086" y="1905695"/>
            <a:ext cx="5333966" cy="1905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7" name="Text 5"/>
          <p:cNvSpPr/>
          <p:nvPr/>
        </p:nvSpPr>
        <p:spPr>
          <a:xfrm>
            <a:off x="698086" y="2023566"/>
            <a:ext cx="53339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8086" y="2334816"/>
            <a:ext cx="533396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Challenges in career guidance and resume management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59644" y="1653580"/>
            <a:ext cx="3190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59644" y="1905695"/>
            <a:ext cx="5333966" cy="1905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1" name="Text 9"/>
          <p:cNvSpPr/>
          <p:nvPr/>
        </p:nvSpPr>
        <p:spPr>
          <a:xfrm>
            <a:off x="6159644" y="2023566"/>
            <a:ext cx="53339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Solution Overview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59644" y="2334816"/>
            <a:ext cx="533396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Cloud-based approach to career recommendations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8086" y="2811760"/>
            <a:ext cx="3190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8086" y="3063875"/>
            <a:ext cx="5333966" cy="1905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98086" y="3181747"/>
            <a:ext cx="53339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8086" y="3492996"/>
            <a:ext cx="533396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Core capabilities of the CareerPathAI platform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59644" y="2811760"/>
            <a:ext cx="3190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59644" y="3063875"/>
            <a:ext cx="5333966" cy="1905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59644" y="3181747"/>
            <a:ext cx="53339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AWS Services Used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59644" y="3492996"/>
            <a:ext cx="533396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Cloud infrastructure powering the application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8086" y="3969941"/>
            <a:ext cx="3190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8086" y="4222055"/>
            <a:ext cx="5333966" cy="1905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8086" y="4339927"/>
            <a:ext cx="53339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8086" y="4651177"/>
            <a:ext cx="533396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End-to-end technical design and data flow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59644" y="3969941"/>
            <a:ext cx="3190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59644" y="4222055"/>
            <a:ext cx="5333966" cy="1905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59644" y="4339927"/>
            <a:ext cx="53339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Workflow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159644" y="4651177"/>
            <a:ext cx="533396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Step-by-step user journey from registration to results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8086" y="5128121"/>
            <a:ext cx="3190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07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8086" y="5380236"/>
            <a:ext cx="5333966" cy="1905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8086" y="5498108"/>
            <a:ext cx="53339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Enhancements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98086" y="5809357"/>
            <a:ext cx="533396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Planned features and scalability roadmap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59644" y="5128121"/>
            <a:ext cx="31908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08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59644" y="5380236"/>
            <a:ext cx="5333966" cy="1905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35" name="Text 33"/>
          <p:cNvSpPr/>
          <p:nvPr/>
        </p:nvSpPr>
        <p:spPr>
          <a:xfrm>
            <a:off x="6159644" y="5498108"/>
            <a:ext cx="53339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159644" y="5809357"/>
            <a:ext cx="533396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takeaways and project outcomes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832346"/>
            <a:ext cx="964680" cy="257572"/>
          </a:xfrm>
          <a:prstGeom prst="roundRect">
            <a:avLst>
              <a:gd name="adj" fmla="val 7899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799782" y="883146"/>
            <a:ext cx="137087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CHAPTER 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1147564"/>
            <a:ext cx="6223638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98086" y="1862336"/>
            <a:ext cx="6223638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Many students are uncertain about which career path aligns with their current skill set, and existing tools offer little actionable guidance.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8086" y="2526308"/>
            <a:ext cx="3039788" cy="1676797"/>
          </a:xfrm>
          <a:prstGeom prst="roundRect">
            <a:avLst>
              <a:gd name="adj" fmla="val 1517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867547" y="2695773"/>
            <a:ext cx="270086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Skill Uncertainty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7547" y="3031530"/>
            <a:ext cx="270086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Students struggle to identify career paths that match their existing skills and interests.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81936" y="2526308"/>
            <a:ext cx="3039788" cy="1676797"/>
          </a:xfrm>
          <a:prstGeom prst="roundRect">
            <a:avLst>
              <a:gd name="adj" fmla="val 1517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4051397" y="2695773"/>
            <a:ext cx="2700865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Limited Resume Guidance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051397" y="3280866"/>
            <a:ext cx="270086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Resumes are uploaded but users receive no feedback on missing skills or suitable roles.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8086" y="4347170"/>
            <a:ext cx="3039788" cy="1678384"/>
          </a:xfrm>
          <a:prstGeom prst="roundRect">
            <a:avLst>
              <a:gd name="adj" fmla="val 1515"/>
            </a:avLst>
          </a:prstGeom>
          <a:solidFill>
            <a:srgbClr val="2B2952"/>
          </a:solidFill>
          <a:ln/>
        </p:spPr>
      </p:sp>
      <p:sp>
        <p:nvSpPr>
          <p:cNvPr id="14" name="Text 11"/>
          <p:cNvSpPr/>
          <p:nvPr/>
        </p:nvSpPr>
        <p:spPr>
          <a:xfrm>
            <a:off x="867547" y="4516636"/>
            <a:ext cx="270086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Centralized Platform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7547" y="4852392"/>
            <a:ext cx="270086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secure, unified system stores resumes while delivering personalized career recommendations.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881936" y="4347170"/>
            <a:ext cx="3039788" cy="1678384"/>
          </a:xfrm>
          <a:prstGeom prst="roundRect">
            <a:avLst>
              <a:gd name="adj" fmla="val 1515"/>
            </a:avLst>
          </a:prstGeom>
          <a:solidFill>
            <a:srgbClr val="2B2952"/>
          </a:solidFill>
          <a:ln/>
        </p:spPr>
      </p:sp>
      <p:sp>
        <p:nvSpPr>
          <p:cNvPr id="17" name="Text 14"/>
          <p:cNvSpPr/>
          <p:nvPr/>
        </p:nvSpPr>
        <p:spPr>
          <a:xfrm>
            <a:off x="4051397" y="4516636"/>
            <a:ext cx="2700865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Manual &amp; Time-Consuming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051397" y="5101729"/>
            <a:ext cx="270086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Traditional career guidance is manual, slow, and difficult to personalize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19857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8086" y="1354138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Solution Overview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98086" y="2269827"/>
            <a:ext cx="5740455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CareerPathAI is a cloud-based web application that helps users explore suitable career paths through secure, automated skill analysis.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8086" y="2960688"/>
            <a:ext cx="5740455" cy="306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Users register and log in securely via 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Amazon Cognito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Resumes are uploaded and stored securely in 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Amazon S3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Resume details are parsed to extract user skills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Extracted skills are compared with predefined 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JSON job-role skill sets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Missing skills are identified and a personalized learning roadmap is generated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Metadata is stored in 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Amazon DynamoDB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Backend built with 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Spring Boot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deployed via 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Docker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on 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Amazon EC2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53552" y="2124472"/>
            <a:ext cx="4875587" cy="3958927"/>
          </a:xfrm>
          <a:prstGeom prst="roundRect">
            <a:avLst>
              <a:gd name="adj" fmla="val 680"/>
            </a:avLst>
          </a:prstGeom>
          <a:solidFill>
            <a:srgbClr val="8061FF"/>
          </a:solidFill>
          <a:ln/>
        </p:spPr>
      </p:sp>
      <p:sp>
        <p:nvSpPr>
          <p:cNvPr id="7" name="Shape 5"/>
          <p:cNvSpPr/>
          <p:nvPr/>
        </p:nvSpPr>
        <p:spPr>
          <a:xfrm>
            <a:off x="6933034" y="2306241"/>
            <a:ext cx="4516622" cy="1744166"/>
          </a:xfrm>
          <a:prstGeom prst="roundRect">
            <a:avLst>
              <a:gd name="adj" fmla="val 1544"/>
            </a:avLst>
          </a:prstGeom>
          <a:solidFill>
            <a:srgbClr val="1900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517" y="2570361"/>
            <a:ext cx="224328" cy="179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16327" y="2496443"/>
            <a:ext cx="3753847" cy="1363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does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NOT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use Machine Learning, AI models, or datasets. Career recommendations are generated by comparing extracted resume skills with predefined JSON job-role skill mappings.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69454"/>
            <a:ext cx="1077687" cy="288032"/>
          </a:xfrm>
          <a:prstGeom prst="roundRect">
            <a:avLst>
              <a:gd name="adj" fmla="val 7895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811788" y="926306"/>
            <a:ext cx="1459868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CHAPTER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229420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Features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56705"/>
            <a:ext cx="473758" cy="4737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6866" y="2056705"/>
            <a:ext cx="274968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Secure Authentication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396866" y="2443262"/>
            <a:ext cx="2749680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login and registration powered by Amazon Cognito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568" y="2056705"/>
            <a:ext cx="473758" cy="4737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0348" y="2056705"/>
            <a:ext cx="274968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Resume Upload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070348" y="2443262"/>
            <a:ext cx="2749680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Secure file upload and storage in Amazon S3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2056705"/>
            <a:ext cx="473758" cy="4737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43830" y="2056705"/>
            <a:ext cx="274977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Resume Parsing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743830" y="2443262"/>
            <a:ext cx="2749779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extraction of skills and details from resumes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3394472"/>
            <a:ext cx="473758" cy="4737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96866" y="3394472"/>
            <a:ext cx="274968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Career Recommendation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1396866" y="4059634"/>
            <a:ext cx="2749680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Matching skills to predefined JSON job-role skill sets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1568" y="3394472"/>
            <a:ext cx="473758" cy="4737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70348" y="3394472"/>
            <a:ext cx="274968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Skill Gap Analysis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5070348" y="3781028"/>
            <a:ext cx="2749680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Identifies missing skills for each target job role</a:t>
            </a:r>
            <a:endParaRPr lang="en-US" sz="14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5050" y="3394472"/>
            <a:ext cx="473758" cy="47377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743830" y="3394472"/>
            <a:ext cx="274977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Learning Roadmap</a:t>
            </a:r>
            <a:endParaRPr lang="en-US" sz="1750" dirty="0"/>
          </a:p>
        </p:txBody>
      </p:sp>
      <p:sp>
        <p:nvSpPr>
          <p:cNvPr id="22" name="Text 14"/>
          <p:cNvSpPr/>
          <p:nvPr/>
        </p:nvSpPr>
        <p:spPr>
          <a:xfrm>
            <a:off x="8743830" y="3781028"/>
            <a:ext cx="2749779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Personalized step-by-step plan to close skill gaps</a:t>
            </a:r>
            <a:endParaRPr lang="en-US" sz="14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8086" y="5010845"/>
            <a:ext cx="473758" cy="47377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396866" y="5010845"/>
            <a:ext cx="274968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Resume History</a:t>
            </a:r>
            <a:endParaRPr lang="en-US" sz="1750" dirty="0"/>
          </a:p>
        </p:txBody>
      </p:sp>
      <p:sp>
        <p:nvSpPr>
          <p:cNvPr id="25" name="Text 16"/>
          <p:cNvSpPr/>
          <p:nvPr/>
        </p:nvSpPr>
        <p:spPr>
          <a:xfrm>
            <a:off x="1396866" y="5397401"/>
            <a:ext cx="2749680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Track and revisit previously uploaded resumes</a:t>
            </a:r>
            <a:endParaRPr lang="en-US" sz="14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71568" y="5010845"/>
            <a:ext cx="473758" cy="47377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70348" y="5010845"/>
            <a:ext cx="274968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Statistics</a:t>
            </a:r>
            <a:endParaRPr lang="en-US" sz="1750" dirty="0"/>
          </a:p>
        </p:txBody>
      </p:sp>
      <p:sp>
        <p:nvSpPr>
          <p:cNvPr id="28" name="Text 18"/>
          <p:cNvSpPr/>
          <p:nvPr/>
        </p:nvSpPr>
        <p:spPr>
          <a:xfrm>
            <a:off x="5070348" y="5397401"/>
            <a:ext cx="2749680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Visual overview of skills, matches, and progress</a:t>
            </a:r>
            <a:endParaRPr lang="en-US" sz="14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45050" y="5010845"/>
            <a:ext cx="473758" cy="47377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743830" y="5010845"/>
            <a:ext cx="274977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Cloud Storage</a:t>
            </a:r>
            <a:endParaRPr lang="en-US" sz="1750" dirty="0"/>
          </a:p>
        </p:txBody>
      </p:sp>
      <p:sp>
        <p:nvSpPr>
          <p:cNvPr id="31" name="Text 20"/>
          <p:cNvSpPr/>
          <p:nvPr/>
        </p:nvSpPr>
        <p:spPr>
          <a:xfrm>
            <a:off x="8743830" y="5397401"/>
            <a:ext cx="2749779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Reliable, scalable storage on AWS infrastructure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732334"/>
            <a:ext cx="1077687" cy="288032"/>
          </a:xfrm>
          <a:prstGeom prst="roundRect">
            <a:avLst>
              <a:gd name="adj" fmla="val 7895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811788" y="789186"/>
            <a:ext cx="1459868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CHAPTER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092299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AWS Services Used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98086" y="1919585"/>
            <a:ext cx="10795524" cy="4206081"/>
          </a:xfrm>
          <a:prstGeom prst="roundRect">
            <a:avLst>
              <a:gd name="adj" fmla="val 67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436" y="1925935"/>
            <a:ext cx="10782824" cy="524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436" y="1925935"/>
            <a:ext cx="3234847" cy="524173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8" name="Text 6"/>
          <p:cNvSpPr/>
          <p:nvPr/>
        </p:nvSpPr>
        <p:spPr>
          <a:xfrm>
            <a:off x="893939" y="2040235"/>
            <a:ext cx="346225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939283" y="1925935"/>
            <a:ext cx="7547977" cy="524173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0" name="Text 8"/>
          <p:cNvSpPr/>
          <p:nvPr/>
        </p:nvSpPr>
        <p:spPr>
          <a:xfrm>
            <a:off x="4131961" y="2040235"/>
            <a:ext cx="777538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Purpose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04436" y="2450108"/>
            <a:ext cx="10782824" cy="524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93939" y="2564408"/>
            <a:ext cx="346225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Amazon Cognito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31961" y="2564408"/>
            <a:ext cx="777538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authentication and secure login management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04436" y="2974280"/>
            <a:ext cx="10782824" cy="524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93939" y="3088580"/>
            <a:ext cx="346225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Amazon S3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131961" y="3088580"/>
            <a:ext cx="777538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Secure resume file storage and retrieval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4436" y="3498453"/>
            <a:ext cx="10782824" cy="524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93939" y="3612753"/>
            <a:ext cx="346225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Amazon DynamoDB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131961" y="3612753"/>
            <a:ext cx="777538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Stores resume metadata and user session data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4436" y="4022626"/>
            <a:ext cx="10782824" cy="524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93939" y="4136926"/>
            <a:ext cx="346225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Amazon EC2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31961" y="4136926"/>
            <a:ext cx="777538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Application hosting and compute infrastructure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04436" y="4546798"/>
            <a:ext cx="10782824" cy="524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93939" y="4661098"/>
            <a:ext cx="346225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AWS IAM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131961" y="4661098"/>
            <a:ext cx="777538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Secure access management and permission control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04436" y="5070971"/>
            <a:ext cx="10782824" cy="524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93939" y="5185271"/>
            <a:ext cx="346225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Docker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131961" y="5185271"/>
            <a:ext cx="777538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Containerized deployment of backend services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04436" y="5595144"/>
            <a:ext cx="10782824" cy="524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93939" y="5709444"/>
            <a:ext cx="346225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GitHub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131961" y="5709444"/>
            <a:ext cx="777538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 code version control and collaboration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57647"/>
            <a:ext cx="1021134" cy="272752"/>
          </a:xfrm>
          <a:prstGeom prst="roundRect">
            <a:avLst>
              <a:gd name="adj" fmla="val 7899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805735" y="911423"/>
            <a:ext cx="141541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CHAPTER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8086" y="1194991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98086" y="2110680"/>
            <a:ext cx="4617029" cy="2327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architecture follows a layered design: a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React frontend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communicates with a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Spring Boot REST API</a:t>
            </a:r>
            <a:pPr algn="l" indent="0" marL="0">
              <a:lnSpc>
                <a:spcPct val="127000"/>
              </a:lnSpc>
              <a:spcAft>
                <a:spcPts val="1100"/>
              </a:spcAft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hosted on Docker containers running on Amazon EC2.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Amazon Cognito handles authentication, while Amazon S3 stores resume files and DynamoDB persists metadata. A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Skill Matching Engine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compares parsed skills against JSON job-role files to generate career recommendations and learning roadmaps.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8086" y="4619823"/>
            <a:ext cx="4617029" cy="1198662"/>
          </a:xfrm>
          <a:prstGeom prst="roundRect">
            <a:avLst>
              <a:gd name="adj" fmla="val 2247"/>
            </a:avLst>
          </a:prstGeom>
          <a:solidFill>
            <a:srgbClr val="190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568" y="4883944"/>
            <a:ext cx="224328" cy="179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1378" y="4810026"/>
            <a:ext cx="3854254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AI, ML models, or datasets are used. Matching is performed entirely via predefined JSON skill mappings.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405" y="2260600"/>
            <a:ext cx="5166390" cy="3444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58502"/>
            <a:ext cx="949202" cy="253504"/>
          </a:xfrm>
          <a:prstGeom prst="roundRect">
            <a:avLst>
              <a:gd name="adj" fmla="val 7901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798195" y="608509"/>
            <a:ext cx="1358568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867866"/>
            <a:ext cx="10795524" cy="4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Workflow</a:t>
            </a:r>
            <a:endParaRPr lang="en-US" sz="3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825" y="1568152"/>
            <a:ext cx="8856044" cy="43290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99033" y="3065219"/>
            <a:ext cx="1943045" cy="24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Auth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31104" y="2074173"/>
            <a:ext cx="1943044" cy="242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Upload Resume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49511" y="4111324"/>
            <a:ext cx="1943044" cy="242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Parse &amp; Compare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70765" y="5120724"/>
            <a:ext cx="2218186" cy="242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Recommend &amp; Store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8086" y="6054229"/>
            <a:ext cx="1140510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phase builds on the previous one, moving from authentication through resume processing to personalized career output.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73001"/>
            <a:ext cx="1021134" cy="272752"/>
          </a:xfrm>
          <a:prstGeom prst="roundRect">
            <a:avLst>
              <a:gd name="adj" fmla="val 7899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805735" y="726777"/>
            <a:ext cx="141541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CHAPTER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8086" y="1010345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Enhancements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780679"/>
            <a:ext cx="2577738" cy="2117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4565" y="1985566"/>
            <a:ext cx="2066377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Expand Job Roles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04565" y="2610545"/>
            <a:ext cx="2066377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 more job roles and increase the number of supported industries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7348" y="1780679"/>
            <a:ext cx="2577738" cy="21170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3827" y="1985566"/>
            <a:ext cx="206637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Resume Scoring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3743827" y="2346523"/>
            <a:ext cx="2066377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 automated resume scoring for quality assessment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6610" y="1780679"/>
            <a:ext cx="2577738" cy="21170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83089" y="1985566"/>
            <a:ext cx="206637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Interview Prep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483089" y="2346523"/>
            <a:ext cx="2066377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 an interview preparation module with practice resources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5871" y="1780679"/>
            <a:ext cx="2577738" cy="21170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2351" y="1985566"/>
            <a:ext cx="2066377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Certification Recommendations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9222351" y="2874566"/>
            <a:ext cx="2066377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Suggest relevant certifications based on identified skill gaps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4059238"/>
            <a:ext cx="2577738" cy="21257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4565" y="4264124"/>
            <a:ext cx="2066377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Enhanced Analytics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1004565" y="4889103"/>
            <a:ext cx="2066377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Improve dashboard analytics with deeper insights and trends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37348" y="4059238"/>
            <a:ext cx="2577738" cy="21257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43827" y="4264124"/>
            <a:ext cx="2066377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 Domain &amp; HTTPS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3743827" y="4889103"/>
            <a:ext cx="2066377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 with a custom domain and secure HTTPS configuration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76610" y="4059238"/>
            <a:ext cx="2577738" cy="212576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83089" y="4264124"/>
            <a:ext cx="2066377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Optional AI Integration</a:t>
            </a:r>
            <a:endParaRPr lang="en-US" sz="1650" dirty="0"/>
          </a:p>
        </p:txBody>
      </p:sp>
      <p:sp>
        <p:nvSpPr>
          <p:cNvPr id="25" name="Text 16"/>
          <p:cNvSpPr/>
          <p:nvPr/>
        </p:nvSpPr>
        <p:spPr>
          <a:xfrm>
            <a:off x="6483089" y="4889103"/>
            <a:ext cx="2066377" cy="109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Future versions may explore AI-based recommendation capabilities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23714"/>
            <a:ext cx="1172538" cy="272752"/>
          </a:xfrm>
          <a:prstGeom prst="roundRect">
            <a:avLst>
              <a:gd name="adj" fmla="val 7899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805735" y="877491"/>
            <a:ext cx="1566823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8086" y="1161058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98086" y="1931392"/>
            <a:ext cx="10795524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CareerPathAI delivers a secure, cloud-based platform for career guidance and resume management. AWS services ensure scalability, reliability, and secure storage, while skill matching via predefined JSON files provides simple yet effective career recommendations.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8086" y="2658666"/>
            <a:ext cx="3490825" cy="1265436"/>
          </a:xfrm>
          <a:prstGeom prst="roundRect">
            <a:avLst>
              <a:gd name="adj" fmla="val 2128"/>
            </a:avLst>
          </a:prstGeom>
          <a:solidFill>
            <a:srgbClr val="2B2952"/>
          </a:solidFill>
          <a:ln/>
        </p:spPr>
      </p:sp>
      <p:sp>
        <p:nvSpPr>
          <p:cNvPr id="7" name="Text 5"/>
          <p:cNvSpPr/>
          <p:nvPr/>
        </p:nvSpPr>
        <p:spPr>
          <a:xfrm>
            <a:off x="877568" y="2838152"/>
            <a:ext cx="313186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Secure &amp; Scalable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77568" y="3199110"/>
            <a:ext cx="3131861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AWS-powered infrastructure with Cognito, S3, and DynamoDB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0435" y="2658666"/>
            <a:ext cx="3490825" cy="1265436"/>
          </a:xfrm>
          <a:prstGeom prst="roundRect">
            <a:avLst>
              <a:gd name="adj" fmla="val 2128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4529917" y="2838152"/>
            <a:ext cx="313186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Practical Full-Stack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29917" y="3199110"/>
            <a:ext cx="3131861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Demonstrates Java Full Stack and AWS in a real-world solution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2784" y="2658666"/>
            <a:ext cx="3490825" cy="1265436"/>
          </a:xfrm>
          <a:prstGeom prst="roundRect">
            <a:avLst>
              <a:gd name="adj" fmla="val 2128"/>
            </a:avLst>
          </a:prstGeom>
          <a:solidFill>
            <a:srgbClr val="2B2952"/>
          </a:solidFill>
          <a:ln/>
        </p:spPr>
      </p:sp>
      <p:sp>
        <p:nvSpPr>
          <p:cNvPr id="13" name="Text 11"/>
          <p:cNvSpPr/>
          <p:nvPr/>
        </p:nvSpPr>
        <p:spPr>
          <a:xfrm>
            <a:off x="8182266" y="2838152"/>
            <a:ext cx="313186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Effective Guidance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182266" y="3199110"/>
            <a:ext cx="3131861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JSON-based skill matching delivers actionable career roadmaps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8086" y="4150717"/>
            <a:ext cx="10795524" cy="25400"/>
          </a:xfrm>
          <a:prstGeom prst="roundRect">
            <a:avLst>
              <a:gd name="adj" fmla="val 59999"/>
            </a:avLst>
          </a:prstGeom>
          <a:solidFill>
            <a:srgbClr val="D9E1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8086" y="4463256"/>
            <a:ext cx="10795524" cy="1055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6650" dirty="0"/>
          </a:p>
        </p:txBody>
      </p:sp>
      <p:sp>
        <p:nvSpPr>
          <p:cNvPr id="17" name="Text 15"/>
          <p:cNvSpPr/>
          <p:nvPr/>
        </p:nvSpPr>
        <p:spPr>
          <a:xfrm>
            <a:off x="698086" y="5761534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2026-07-12T15:48:27Z</dcterms:created>
  <dcterms:modified xsi:type="dcterms:W3CDTF">2026-07-12T15:48:27Z</dcterms:modified>
</cp:coreProperties>
</file>